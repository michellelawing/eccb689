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540" r:id="rId3"/>
    <p:sldId id="514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6E93F3-11AD-C848-9581-61FF99ABE858}">
          <p14:sldIdLst>
            <p14:sldId id="256"/>
            <p14:sldId id="540"/>
            <p14:sldId id="5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a Lawi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01"/>
    <p:restoredTop sz="94606"/>
  </p:normalViewPr>
  <p:slideViewPr>
    <p:cSldViewPr snapToGrid="0" snapToObjects="1">
      <p:cViewPr varScale="1">
        <p:scale>
          <a:sx n="92" d="100"/>
          <a:sy n="92" d="100"/>
        </p:scale>
        <p:origin x="184" y="125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2D4AE1-BD9C-1741-B132-ACC4FD870A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2F900-87CF-6E4F-9FCE-F0A8E37B2F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404FB-D815-9B49-9DBC-B684E3C0E79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167D0-463A-4043-821F-310E6E0480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556C2-9555-094A-9761-17FDE74E66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5A322-2EE7-5046-A0D8-D3FF3645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6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C5A93-540D-2443-A380-5679C155FF1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A90D5-3B1D-1149-800E-15EBB293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9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9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3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0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3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4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0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2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9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72041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29292"/>
            <a:ext cx="8229600" cy="3265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768856" y="69057"/>
            <a:ext cx="236892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ECCB</a:t>
            </a:r>
            <a:r>
              <a:rPr lang="en-US" sz="1100" baseline="0" dirty="0">
                <a:solidFill>
                  <a:schemeClr val="bg1">
                    <a:lumMod val="50000"/>
                  </a:schemeClr>
                </a:solidFill>
              </a:rPr>
              <a:t> 689 Modeling Ecological Niches</a:t>
            </a:r>
          </a:p>
          <a:p>
            <a:r>
              <a:rPr lang="en-US" sz="1100" baseline="0" dirty="0">
                <a:solidFill>
                  <a:schemeClr val="bg1">
                    <a:lumMod val="50000"/>
                  </a:schemeClr>
                </a:solidFill>
              </a:rPr>
              <a:t>and Species’ Geographic Distributions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94237" y="69057"/>
            <a:ext cx="3735891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Ecology and Conservation Biology | </a:t>
            </a:r>
            <a:r>
              <a:rPr lang="en-US" sz="1100" dirty="0">
                <a:solidFill>
                  <a:srgbClr val="800000"/>
                </a:solidFill>
              </a:rPr>
              <a:t>Texas A&amp;M University</a:t>
            </a:r>
          </a:p>
        </p:txBody>
      </p:sp>
    </p:spTree>
    <p:extLst>
      <p:ext uri="{BB962C8B-B14F-4D97-AF65-F5344CB8AC3E}">
        <p14:creationId xmlns:p14="http://schemas.microsoft.com/office/powerpoint/2010/main" val="190773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rgbClr val="800000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4589" y="1469231"/>
            <a:ext cx="7158247" cy="1102519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Week 9. Modeling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8812" y="2826129"/>
            <a:ext cx="2326373" cy="1001825"/>
          </a:xfrm>
        </p:spPr>
        <p:txBody>
          <a:bodyPr>
            <a:normAutofit fontScale="85000" lnSpcReduction="10000"/>
          </a:bodyPr>
          <a:lstStyle/>
          <a:p>
            <a:r>
              <a:rPr lang="en-US" sz="1600" dirty="0">
                <a:solidFill>
                  <a:srgbClr val="800000"/>
                </a:solidFill>
              </a:rPr>
              <a:t>A. Michelle Lawing, PhD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Associate Professor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Paleobiology, Evolution, and Climate Lab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Ecology and Conservation Biology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Texas A&amp;M University</a:t>
            </a:r>
          </a:p>
          <a:p>
            <a:pPr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</a:rPr>
              <a:t>alawing@tamu.edu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0477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29E7-D049-043B-4B15-5DABF32E1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097" y="1644464"/>
            <a:ext cx="8229600" cy="857250"/>
          </a:xfrm>
        </p:spPr>
        <p:txBody>
          <a:bodyPr/>
          <a:lstStyle/>
          <a:p>
            <a:r>
              <a:rPr lang="en-US" dirty="0"/>
              <a:t>Upcoming Project Milestones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CC3541F-8F94-C67C-3731-7CA5648C4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589059"/>
              </p:ext>
            </p:extLst>
          </p:nvPr>
        </p:nvGraphicFramePr>
        <p:xfrm>
          <a:off x="1599696" y="2482664"/>
          <a:ext cx="5944607" cy="79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4173">
                  <a:extLst>
                    <a:ext uri="{9D8B030D-6E8A-4147-A177-3AD203B41FA5}">
                      <a16:colId xmlns:a16="http://schemas.microsoft.com/office/drawing/2014/main" val="4005966982"/>
                    </a:ext>
                  </a:extLst>
                </a:gridCol>
                <a:gridCol w="2890434">
                  <a:extLst>
                    <a:ext uri="{9D8B030D-6E8A-4147-A177-3AD203B41FA5}">
                      <a16:colId xmlns:a16="http://schemas.microsoft.com/office/drawing/2014/main" val="262250381"/>
                    </a:ext>
                  </a:extLst>
                </a:gridCol>
              </a:tblGrid>
              <a:tr h="3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Milestone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071243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Oct. 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Modeling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707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32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3A30-1780-5937-E856-89F2E855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0307-79AE-61F3-A7AF-66C33C0C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468E-DFB5-9223-01DC-321D344FD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Instructor on sick leave Tuesday and Thursday</a:t>
            </a:r>
          </a:p>
          <a:p>
            <a:r>
              <a:rPr lang="en-US" dirty="0"/>
              <a:t>Finish Lab 05 Tuesday</a:t>
            </a:r>
          </a:p>
          <a:p>
            <a:r>
              <a:rPr lang="en-US" dirty="0"/>
              <a:t>Finish and submit modeling plan Thursday</a:t>
            </a:r>
          </a:p>
          <a:p>
            <a:r>
              <a:rPr lang="en-US" dirty="0"/>
              <a:t>Read Chapter 9 for following Tuesday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70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25147</TotalTime>
  <Words>69</Words>
  <Application>Microsoft Macintosh PowerPoint</Application>
  <PresentationFormat>On-screen Show (16:9)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Week 9. Modeling Plan</vt:lpstr>
      <vt:lpstr>Upcoming Project Milestones</vt:lpstr>
      <vt:lpstr>Class Plan</vt:lpstr>
    </vt:vector>
  </TitlesOfParts>
  <Company>TAMU - Spatial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Projections</dc:title>
  <dc:creator>Michelle Lawing</dc:creator>
  <cp:lastModifiedBy>Michelle Lawing</cp:lastModifiedBy>
  <cp:revision>1092</cp:revision>
  <dcterms:created xsi:type="dcterms:W3CDTF">2014-08-30T17:37:24Z</dcterms:created>
  <dcterms:modified xsi:type="dcterms:W3CDTF">2026-10-27T17:39:59Z</dcterms:modified>
</cp:coreProperties>
</file>